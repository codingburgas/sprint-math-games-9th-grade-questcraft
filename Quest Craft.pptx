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EF180-B41C-9149-7B84-6BE9228290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F42157-6EEE-B174-289B-BE2A84583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7AE9F-F610-D2E4-97DE-1F254145C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8C509-3C80-4AFF-AA7E-4F5926BB8E09}" type="datetimeFigureOut">
              <a:rPr lang="bg-BG" smtClean="0"/>
              <a:t>7.12.2025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005E4-3D2A-4056-E0D6-23C450B4E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BA884-FF65-17B3-4685-FF5010E56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F742-0460-4676-BDEC-A9DF1D5CADF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3910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4DF07-FF19-D168-2CD6-EEA8085F6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E7FBC-A1C2-FE65-EA57-3209C232F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FE9B3-0746-5487-CE5B-71DBF0791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8C509-3C80-4AFF-AA7E-4F5926BB8E09}" type="datetimeFigureOut">
              <a:rPr lang="bg-BG" smtClean="0"/>
              <a:t>7.12.2025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55B36-D0F5-915E-B250-AF144410C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057E3-80F2-B538-3247-4DBE473C9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F742-0460-4676-BDEC-A9DF1D5CADF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512300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EA75F-77EE-408D-7C58-6D0577754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8FCD12-A551-E0CF-EACC-D1A187E3A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5DF4E-6948-A672-D9D3-47FD5C24F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8C509-3C80-4AFF-AA7E-4F5926BB8E09}" type="datetimeFigureOut">
              <a:rPr lang="bg-BG" smtClean="0"/>
              <a:t>7.12.2025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218CD-3571-0E53-411A-205137D46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7578A-76E8-3EA6-9CB0-B8366325C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F742-0460-4676-BDEC-A9DF1D5CADF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75453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CB328-BDD7-0CBB-D822-31C9CD28B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099A2-AC56-2D97-F66A-B3608B3957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605DB8-8975-4473-D83B-18E1367F51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BD82F2-5414-AB1F-DE24-190AC038E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8C509-3C80-4AFF-AA7E-4F5926BB8E09}" type="datetimeFigureOut">
              <a:rPr lang="bg-BG" smtClean="0"/>
              <a:t>7.12.2025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F9EDBC-CA34-7D96-8604-4C430F72C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105A55-2342-56F6-082F-2A4746C8B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F742-0460-4676-BDEC-A9DF1D5CADF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45921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DF008-EC6F-BD8F-48B9-507BAFFB3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11DF2-6FD8-16B1-0CE2-778001046D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13B278-1D88-200A-95FD-C1105AEB07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0A73C0-1E82-E6CB-1FAD-B596533344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5F862A-2302-8086-BEF6-61A0CA99FE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0AED99-0124-8189-B40A-FF91F3C0F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8C509-3C80-4AFF-AA7E-4F5926BB8E09}" type="datetimeFigureOut">
              <a:rPr lang="bg-BG" smtClean="0"/>
              <a:t>7.12.2025 г.</a:t>
            </a:fld>
            <a:endParaRPr lang="bg-B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7C5C79-DE76-B861-41B5-509C34874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CC7E3D-25B1-B85B-ED2C-F026E4259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F742-0460-4676-BDEC-A9DF1D5CADF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50317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F7057-A8A0-A864-0879-427AD7091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714BDF-4AF8-42BC-EEE0-C34E64307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8C509-3C80-4AFF-AA7E-4F5926BB8E09}" type="datetimeFigureOut">
              <a:rPr lang="bg-BG" smtClean="0"/>
              <a:t>7.12.2025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02BD61-B800-1AE0-25AD-C47DC3866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37DC61-3EBB-D263-E6BE-4BDD1927A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F742-0460-4676-BDEC-A9DF1D5CADF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59583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09306D-9F1D-CE71-5A71-A7F2A1D8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8C509-3C80-4AFF-AA7E-4F5926BB8E09}" type="datetimeFigureOut">
              <a:rPr lang="bg-BG" smtClean="0"/>
              <a:t>7.12.2025 г.</a:t>
            </a:fld>
            <a:endParaRPr lang="bg-B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77BF1-3087-383B-1B8D-12E68E879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EE53A-B62B-61D8-2B2E-926584D87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F742-0460-4676-BDEC-A9DF1D5CADF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10824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95CC9-73B4-834F-A134-D5D42E086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4ACF4-AF7D-BAE6-C49B-378E9FFF1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5E6F2D-3EA2-5D1C-081D-16CFC173C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2C5DB7-02E1-26E2-C138-EA7C7ECE5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8C509-3C80-4AFF-AA7E-4F5926BB8E09}" type="datetimeFigureOut">
              <a:rPr lang="bg-BG" smtClean="0"/>
              <a:t>7.12.2025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F6C234-07CF-88C3-BFAB-A71BF4A50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98CB28-4851-5AEA-3429-0A6C72DDC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F742-0460-4676-BDEC-A9DF1D5CADF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13584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143F9-E87F-DA0D-4C2F-79477225F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B6F5E6-3E10-6DEF-3CDF-154F95C99D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E997B5-509D-5E70-8F5C-3667382A33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2581D8-E7EF-6B1C-BB45-89782053B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8C509-3C80-4AFF-AA7E-4F5926BB8E09}" type="datetimeFigureOut">
              <a:rPr lang="bg-BG" smtClean="0"/>
              <a:t>7.12.2025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507CB-2CDC-1955-C1E2-E33CA2756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9C8F25-6AAF-B947-BE3F-254D62C2B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F742-0460-4676-BDEC-A9DF1D5CADF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73715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5B027-D46B-F245-95BE-C20EF2CA0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A43804-E3F7-220D-7BE0-2B3369627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7720C-F4CB-46D5-7772-4209A16DE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8C509-3C80-4AFF-AA7E-4F5926BB8E09}" type="datetimeFigureOut">
              <a:rPr lang="bg-BG" smtClean="0"/>
              <a:t>7.12.2025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CB7FC-1011-423A-E194-347DCB411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21211-6856-23FA-60EE-D16CE58C6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F742-0460-4676-BDEC-A9DF1D5CADF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48845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909564-8C4F-B3D7-C9E2-D719EBF1E5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A4CB37-0D73-2FBC-5793-A42C4EB945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B89E0-255B-A8C3-944B-B368F12EA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8C509-3C80-4AFF-AA7E-4F5926BB8E09}" type="datetimeFigureOut">
              <a:rPr lang="bg-BG" smtClean="0"/>
              <a:t>7.12.2025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FDC35-04BB-EF57-31AF-4384350BD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DF8D8-BB27-3FD1-C1FD-993A614D8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F742-0460-4676-BDEC-A9DF1D5CADF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66013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5448B0-70B8-AA3E-B9CF-4665FF99A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D5E18-4495-9EB1-BA9B-6431F5244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B4673-01B8-8D6F-7AE3-716B1FA74D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88C509-3C80-4AFF-AA7E-4F5926BB8E09}" type="datetimeFigureOut">
              <a:rPr lang="bg-BG" smtClean="0"/>
              <a:t>7.12.2025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A13D3-5FB8-A321-6F61-C8CE261ECC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F46AC-CFE0-74DE-D04C-094604456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1AF742-0460-4676-BDEC-A9DF1D5CADF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91905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F29530-9247-D8D9-394E-C14C320288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213" y="643467"/>
            <a:ext cx="7747574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437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4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86E9DA-5633-32A3-6558-B5CCBFF39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377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000" kern="120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Our 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F8902-6205-BA9C-BAFF-3F9B10B9E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5806" y="5164564"/>
            <a:ext cx="2426208" cy="419440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pPr marL="0" indent="0" algn="ctr">
              <a:buNone/>
            </a:pPr>
            <a:r>
              <a:rPr lang="en-US" sz="2400" noProof="1"/>
              <a:t>Nikolay Peshev 9G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26EF7F-FDAB-6B71-CE2D-D3A7F430EB15}"/>
              </a:ext>
            </a:extLst>
          </p:cNvPr>
          <p:cNvSpPr txBox="1"/>
          <p:nvPr/>
        </p:nvSpPr>
        <p:spPr>
          <a:xfrm>
            <a:off x="7629146" y="5374284"/>
            <a:ext cx="2511550" cy="41944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 noProof="1"/>
              <a:t>Petur Kapralev 9V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C05B22-8E8A-C516-25E2-7A5CB4E51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098" y="2385132"/>
            <a:ext cx="2244916" cy="22449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56B6F9A-D0E3-F998-89DA-B1DFAF63B2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2463" y="2385132"/>
            <a:ext cx="2244916" cy="2244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137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56458-AD74-3283-14CC-7D4AAE28A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574" y="3520000"/>
            <a:ext cx="5046196" cy="17958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Tools &amp; Apps We Used</a:t>
            </a:r>
            <a:endParaRPr lang="en-US" sz="4800" kern="1200" noProof="1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1" name="Picture 10" descr="Canva new logo square transparent PNG - StickPNG">
            <a:extLst>
              <a:ext uri="{FF2B5EF4-FFF2-40B4-BE49-F238E27FC236}">
                <a16:creationId xmlns:a16="http://schemas.microsoft.com/office/drawing/2014/main" id="{5133802F-CCDD-E38F-9933-759B37F58D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692" b="11903"/>
          <a:stretch>
            <a:fillRect/>
          </a:stretch>
        </p:blipFill>
        <p:spPr>
          <a:xfrm>
            <a:off x="5" y="881953"/>
            <a:ext cx="3664827" cy="2310286"/>
          </a:xfrm>
          <a:prstGeom prst="rect">
            <a:avLst/>
          </a:prstGeom>
        </p:spPr>
      </p:pic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7BC0F8B1-F985-469B-8332-13DBC7665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1791963" y="451044"/>
            <a:ext cx="2308583" cy="2741196"/>
          </a:xfrm>
          <a:custGeom>
            <a:avLst/>
            <a:gdLst>
              <a:gd name="connsiteX0" fmla="*/ 2308583 w 2308583"/>
              <a:gd name="connsiteY0" fmla="*/ 2741196 h 2741196"/>
              <a:gd name="connsiteX1" fmla="*/ 462 w 2308583"/>
              <a:gd name="connsiteY1" fmla="*/ 2741196 h 2741196"/>
              <a:gd name="connsiteX2" fmla="*/ 0 w 2308583"/>
              <a:gd name="connsiteY2" fmla="*/ 2469337 h 2741196"/>
              <a:gd name="connsiteX3" fmla="*/ 2022607 w 2308583"/>
              <a:gd name="connsiteY3" fmla="*/ 2470269 h 2741196"/>
              <a:gd name="connsiteX4" fmla="*/ 2022607 w 2308583"/>
              <a:gd name="connsiteY4" fmla="*/ 0 h 2741196"/>
              <a:gd name="connsiteX5" fmla="*/ 2308583 w 2308583"/>
              <a:gd name="connsiteY5" fmla="*/ 0 h 2741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8583" h="2741196">
                <a:moveTo>
                  <a:pt x="2308583" y="2741196"/>
                </a:moveTo>
                <a:lnTo>
                  <a:pt x="462" y="2741196"/>
                </a:lnTo>
                <a:cubicBezTo>
                  <a:pt x="-462" y="2647366"/>
                  <a:pt x="923" y="2563167"/>
                  <a:pt x="0" y="2469337"/>
                </a:cubicBezTo>
                <a:lnTo>
                  <a:pt x="2022607" y="2470269"/>
                </a:lnTo>
                <a:lnTo>
                  <a:pt x="2022607" y="0"/>
                </a:lnTo>
                <a:lnTo>
                  <a:pt x="2308583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bg-BG"/>
          </a:p>
        </p:txBody>
      </p:sp>
      <p:pic>
        <p:nvPicPr>
          <p:cNvPr id="7" name="Picture 6" descr="Microsoft Teams Logo transparent PNG - StickPNG">
            <a:extLst>
              <a:ext uri="{FF2B5EF4-FFF2-40B4-BE49-F238E27FC236}">
                <a16:creationId xmlns:a16="http://schemas.microsoft.com/office/drawing/2014/main" id="{175A4E03-5780-C0FF-E5CC-014B4EDC16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715" r="-3" b="11499"/>
          <a:stretch>
            <a:fillRect/>
          </a:stretch>
        </p:blipFill>
        <p:spPr>
          <a:xfrm>
            <a:off x="4257921" y="-1"/>
            <a:ext cx="4051910" cy="3192239"/>
          </a:xfrm>
          <a:prstGeom prst="rect">
            <a:avLst/>
          </a:prstGeom>
        </p:spPr>
      </p:pic>
      <p:pic>
        <p:nvPicPr>
          <p:cNvPr id="5" name="Picture 4" descr="GitHub Logo and symbol, meaning, history, PNG, brand">
            <a:extLst>
              <a:ext uri="{FF2B5EF4-FFF2-40B4-BE49-F238E27FC236}">
                <a16:creationId xmlns:a16="http://schemas.microsoft.com/office/drawing/2014/main" id="{574F7DBF-BAA1-6A68-7BD6-611A5C7734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32" r="6090" b="-5"/>
          <a:stretch>
            <a:fillRect/>
          </a:stretch>
        </p:blipFill>
        <p:spPr>
          <a:xfrm>
            <a:off x="8479972" y="863600"/>
            <a:ext cx="2830286" cy="1894535"/>
          </a:xfrm>
          <a:prstGeom prst="rect">
            <a:avLst/>
          </a:prstGeom>
        </p:spPr>
      </p:pic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9D15953-1642-4DD6-AD9E-01AA19247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9466977" y="434000"/>
            <a:ext cx="2308583" cy="1114404"/>
          </a:xfrm>
          <a:custGeom>
            <a:avLst/>
            <a:gdLst>
              <a:gd name="connsiteX0" fmla="*/ 462 w 2308583"/>
              <a:gd name="connsiteY0" fmla="*/ 1114404 h 1114404"/>
              <a:gd name="connsiteX1" fmla="*/ 2308583 w 2308583"/>
              <a:gd name="connsiteY1" fmla="*/ 1114404 h 1114404"/>
              <a:gd name="connsiteX2" fmla="*/ 2308583 w 2308583"/>
              <a:gd name="connsiteY2" fmla="*/ 0 h 1114404"/>
              <a:gd name="connsiteX3" fmla="*/ 2022607 w 2308583"/>
              <a:gd name="connsiteY3" fmla="*/ 0 h 1114404"/>
              <a:gd name="connsiteX4" fmla="*/ 2022607 w 2308583"/>
              <a:gd name="connsiteY4" fmla="*/ 843477 h 1114404"/>
              <a:gd name="connsiteX5" fmla="*/ 0 w 2308583"/>
              <a:gd name="connsiteY5" fmla="*/ 842545 h 1114404"/>
              <a:gd name="connsiteX6" fmla="*/ 462 w 2308583"/>
              <a:gd name="connsiteY6" fmla="*/ 1114404 h 1114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8583" h="1114404">
                <a:moveTo>
                  <a:pt x="462" y="1114404"/>
                </a:moveTo>
                <a:lnTo>
                  <a:pt x="2308583" y="1114404"/>
                </a:lnTo>
                <a:lnTo>
                  <a:pt x="2308583" y="0"/>
                </a:lnTo>
                <a:lnTo>
                  <a:pt x="2022607" y="0"/>
                </a:lnTo>
                <a:lnTo>
                  <a:pt x="2022607" y="843477"/>
                </a:lnTo>
                <a:lnTo>
                  <a:pt x="0" y="842545"/>
                </a:lnTo>
                <a:cubicBezTo>
                  <a:pt x="923" y="936375"/>
                  <a:pt x="-462" y="1020574"/>
                  <a:pt x="462" y="1114404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  <a:alpha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bg-BG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918D9D3-1370-4FF6-9DFC-9F87F9039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14400" y="5377218"/>
            <a:ext cx="4387755" cy="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C++ - Wikipedia">
            <a:extLst>
              <a:ext uri="{FF2B5EF4-FFF2-40B4-BE49-F238E27FC236}">
                <a16:creationId xmlns:a16="http://schemas.microsoft.com/office/drawing/2014/main" id="{5E1FE26D-0204-976E-9CD4-66D8C60639E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168" b="-1"/>
          <a:stretch>
            <a:fillRect/>
          </a:stretch>
        </p:blipFill>
        <p:spPr>
          <a:xfrm>
            <a:off x="6243851" y="3338001"/>
            <a:ext cx="2065980" cy="2507628"/>
          </a:xfrm>
          <a:prstGeom prst="rect">
            <a:avLst/>
          </a:prstGeom>
        </p:spPr>
      </p:pic>
      <p:pic>
        <p:nvPicPr>
          <p:cNvPr id="10" name="Picture 9" descr="Visual Studio logo and symbol, meaning, history, PNG">
            <a:extLst>
              <a:ext uri="{FF2B5EF4-FFF2-40B4-BE49-F238E27FC236}">
                <a16:creationId xmlns:a16="http://schemas.microsoft.com/office/drawing/2014/main" id="{C8ECCC3E-F3FB-D84E-E97F-4ECD9F0BA9C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0545" r="17197" b="1"/>
          <a:stretch>
            <a:fillRect/>
          </a:stretch>
        </p:blipFill>
        <p:spPr>
          <a:xfrm>
            <a:off x="8937688" y="2919002"/>
            <a:ext cx="3254312" cy="2940275"/>
          </a:xfrm>
          <a:prstGeom prst="rect">
            <a:avLst/>
          </a:prstGeom>
        </p:spPr>
      </p:pic>
      <p:sp>
        <p:nvSpPr>
          <p:cNvPr id="37" name="Freeform 6">
            <a:extLst>
              <a:ext uri="{FF2B5EF4-FFF2-40B4-BE49-F238E27FC236}">
                <a16:creationId xmlns:a16="http://schemas.microsoft.com/office/drawing/2014/main" id="{FBF3780C-749F-4B50-9E1D-F2B1F6DBB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8476833" y="2919002"/>
            <a:ext cx="2525072" cy="3398994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36779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550D03-879A-DB1F-638F-3F46C5DA5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3678" y="775569"/>
            <a:ext cx="4775559" cy="1198532"/>
          </a:xfrm>
        </p:spPr>
        <p:txBody>
          <a:bodyPr anchor="b">
            <a:normAutofit/>
          </a:bodyPr>
          <a:lstStyle/>
          <a:p>
            <a:pPr algn="ctr"/>
            <a:r>
              <a:rPr lang="en-US" sz="8000" noProof="1"/>
              <a:t>The idea</a:t>
            </a:r>
          </a:p>
        </p:txBody>
      </p:sp>
      <p:pic>
        <p:nvPicPr>
          <p:cNvPr id="7" name="Graphic 6" descr="Puzzle">
            <a:extLst>
              <a:ext uri="{FF2B5EF4-FFF2-40B4-BE49-F238E27FC236}">
                <a16:creationId xmlns:a16="http://schemas.microsoft.com/office/drawing/2014/main" id="{490562FF-5107-B1BC-933C-E0265B668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6948" y="2694018"/>
            <a:ext cx="1198532" cy="119853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8565B-CD71-0193-FE2A-6333DDF47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5480" y="3267782"/>
            <a:ext cx="5357888" cy="13837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The Hangman game allows the player to choose a difficulty level and a word to guess. The goal is to guess all the letters of the word while keeping track of remaining lives.</a:t>
            </a:r>
            <a:endParaRPr lang="en-US" sz="2000" noProof="1"/>
          </a:p>
        </p:txBody>
      </p:sp>
      <p:pic>
        <p:nvPicPr>
          <p:cNvPr id="9" name="Graphic 8" descr="Puzzle">
            <a:extLst>
              <a:ext uri="{FF2B5EF4-FFF2-40B4-BE49-F238E27FC236}">
                <a16:creationId xmlns:a16="http://schemas.microsoft.com/office/drawing/2014/main" id="{E5E2759D-7BF0-44AC-940A-85BC9B59D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578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42D0E1-9D96-0472-F154-AF21D202E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Let’s move to the project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926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55</Words>
  <Application>Microsoft Office PowerPoint</Application>
  <PresentationFormat>Widescreen</PresentationFormat>
  <Paragraphs>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PowerPoint Presentation</vt:lpstr>
      <vt:lpstr>Our Team</vt:lpstr>
      <vt:lpstr>Tools &amp; Apps We Used</vt:lpstr>
      <vt:lpstr>The idea</vt:lpstr>
      <vt:lpstr>Let’s move to the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Николай Кръстев Пешев</dc:creator>
  <cp:lastModifiedBy>Николай Кръстев Пешев</cp:lastModifiedBy>
  <cp:revision>2</cp:revision>
  <dcterms:created xsi:type="dcterms:W3CDTF">2025-12-07T20:49:53Z</dcterms:created>
  <dcterms:modified xsi:type="dcterms:W3CDTF">2025-12-07T21:54:01Z</dcterms:modified>
</cp:coreProperties>
</file>